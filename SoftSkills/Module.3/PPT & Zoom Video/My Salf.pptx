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88" r:id="rId1"/>
  </p:sldMasterIdLst>
  <p:sldIdLst>
    <p:sldId id="256" r:id="rId2"/>
    <p:sldId id="259" r:id="rId3"/>
    <p:sldId id="261" r:id="rId4"/>
    <p:sldId id="260" r:id="rId5"/>
    <p:sldId id="262" r:id="rId6"/>
    <p:sldId id="263" r:id="rId7"/>
    <p:sldId id="264" r:id="rId8"/>
    <p:sldId id="265" r:id="rId9"/>
    <p:sldId id="266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A02AD-6E5A-445B-A6AD-FDA2A28ED8F0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2330DF54-A6AF-4F1E-908F-7768C6FD23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3998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A02AD-6E5A-445B-A6AD-FDA2A28ED8F0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0DF54-A6AF-4F1E-908F-7768C6FD23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7103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A02AD-6E5A-445B-A6AD-FDA2A28ED8F0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2330DF54-A6AF-4F1E-908F-7768C6FD23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84218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A02AD-6E5A-445B-A6AD-FDA2A28ED8F0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2330DF54-A6AF-4F1E-908F-7768C6FD23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63220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A02AD-6E5A-445B-A6AD-FDA2A28ED8F0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2330DF54-A6AF-4F1E-908F-7768C6FD23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71219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A02AD-6E5A-445B-A6AD-FDA2A28ED8F0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0DF54-A6AF-4F1E-908F-7768C6FD23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93632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A02AD-6E5A-445B-A6AD-FDA2A28ED8F0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0DF54-A6AF-4F1E-908F-7768C6FD23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95070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A02AD-6E5A-445B-A6AD-FDA2A28ED8F0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0DF54-A6AF-4F1E-908F-7768C6FD23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54342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A02AD-6E5A-445B-A6AD-FDA2A28ED8F0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330DF54-A6AF-4F1E-908F-7768C6FD23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03434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A02AD-6E5A-445B-A6AD-FDA2A28ED8F0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2330DF54-A6AF-4F1E-908F-7768C6FD23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30285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A02AD-6E5A-445B-A6AD-FDA2A28ED8F0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2330DF54-A6AF-4F1E-908F-7768C6FD23D9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971438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A02AD-6E5A-445B-A6AD-FDA2A28ED8F0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330DF54-A6AF-4F1E-908F-7768C6FD23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3633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A02AD-6E5A-445B-A6AD-FDA2A28ED8F0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330DF54-A6AF-4F1E-908F-7768C6FD23D9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042203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A02AD-6E5A-445B-A6AD-FDA2A28ED8F0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330DF54-A6AF-4F1E-908F-7768C6FD23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73761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A02AD-6E5A-445B-A6AD-FDA2A28ED8F0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0DF54-A6AF-4F1E-908F-7768C6FD23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74306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A02AD-6E5A-445B-A6AD-FDA2A28ED8F0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0DF54-A6AF-4F1E-908F-7768C6FD23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49706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2A02AD-6E5A-445B-A6AD-FDA2A28ED8F0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2330DF54-A6AF-4F1E-908F-7768C6FD23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3914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9" r:id="rId1"/>
    <p:sldLayoutId id="2147483990" r:id="rId2"/>
    <p:sldLayoutId id="2147483991" r:id="rId3"/>
    <p:sldLayoutId id="2147483992" r:id="rId4"/>
    <p:sldLayoutId id="2147483993" r:id="rId5"/>
    <p:sldLayoutId id="2147483994" r:id="rId6"/>
    <p:sldLayoutId id="2147483995" r:id="rId7"/>
    <p:sldLayoutId id="2147483996" r:id="rId8"/>
    <p:sldLayoutId id="2147483997" r:id="rId9"/>
    <p:sldLayoutId id="2147483998" r:id="rId10"/>
    <p:sldLayoutId id="2147483999" r:id="rId11"/>
    <p:sldLayoutId id="2147484000" r:id="rId12"/>
    <p:sldLayoutId id="2147484001" r:id="rId13"/>
    <p:sldLayoutId id="2147484002" r:id="rId14"/>
    <p:sldLayoutId id="2147484003" r:id="rId15"/>
    <p:sldLayoutId id="2147484004" r:id="rId16"/>
  </p:sldLayoutIdLst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42000">
              <a:schemeClr val="bg1"/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20933-1C10-7840-42E9-E692551C7D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55588" y="2301826"/>
            <a:ext cx="3080824" cy="2254347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lgerian" panose="04020705040A02060702" pitchFamily="82" charset="0"/>
              </a:rPr>
              <a:t> My Salf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  <a:latin typeface="Algerian" panose="04020705040A02060702" pitchFamily="82" charset="0"/>
              </a:rPr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lgerian" panose="04020705040A02060702" pitchFamily="82" charset="0"/>
              </a:rPr>
              <a:t> </a:t>
            </a:r>
            <a:r>
              <a:rPr lang="en-US" sz="1800" b="1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- </a:t>
            </a:r>
            <a:r>
              <a:rPr lang="en-US" sz="1800" b="1" dirty="0">
                <a:solidFill>
                  <a:schemeClr val="accent1">
                    <a:lumMod val="75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Presented by Kajal Panchal</a:t>
            </a:r>
            <a:endParaRPr lang="en-IN" sz="1800" b="1" dirty="0">
              <a:solidFill>
                <a:schemeClr val="accent1">
                  <a:lumMod val="75000"/>
                </a:schemeClr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6534239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p14:dur="250" advClick="0" advTm="1000">
        <p15:prstTrans prst="drape"/>
      </p:transition>
    </mc:Choice>
    <mc:Fallback>
      <p:transition advClick="0" advTm="100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77B754-6825-BAAC-466A-AF03533155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r>
              <a:rPr lang="en-IN" dirty="0"/>
              <a:t>Adjective</a:t>
            </a:r>
          </a:p>
          <a:p>
            <a:r>
              <a:rPr lang="en-IN" dirty="0"/>
              <a:t>I Love</a:t>
            </a:r>
          </a:p>
          <a:p>
            <a:r>
              <a:rPr lang="en-IN" dirty="0"/>
              <a:t>I Hate</a:t>
            </a:r>
          </a:p>
          <a:p>
            <a:r>
              <a:rPr lang="en-IN" dirty="0"/>
              <a:t>Swot Analysis</a:t>
            </a:r>
          </a:p>
          <a:p>
            <a:r>
              <a:rPr lang="en-IN" dirty="0"/>
              <a:t>My Belief System</a:t>
            </a:r>
          </a:p>
          <a:p>
            <a:endParaRPr lang="en-IN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1C34D81-66AD-BA07-FAC9-D65D54F6E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b="1" dirty="0"/>
              <a:t>Overview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41798248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p14:dur="250" advTm="1000">
        <p15:prstTrans prst="drape"/>
      </p:transition>
    </mc:Choice>
    <mc:Fallback>
      <p:transition advTm="100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F4024-1915-F6C8-284B-5ABA50C89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b="1" dirty="0"/>
              <a:t>Adjective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46875C-F7E6-1A3D-E739-5A8AB9C759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Creative</a:t>
            </a:r>
          </a:p>
          <a:p>
            <a:r>
              <a:rPr lang="en-US" dirty="0"/>
              <a:t>Hardworking</a:t>
            </a:r>
          </a:p>
          <a:p>
            <a:r>
              <a:rPr lang="en-US" dirty="0"/>
              <a:t>Honest</a:t>
            </a:r>
          </a:p>
          <a:p>
            <a:r>
              <a:rPr lang="en-US" dirty="0"/>
              <a:t>Friendly</a:t>
            </a:r>
          </a:p>
          <a:p>
            <a:r>
              <a:rPr lang="en-US" dirty="0"/>
              <a:t>Quick-Learner</a:t>
            </a:r>
          </a:p>
          <a:p>
            <a:r>
              <a:rPr lang="en-US" dirty="0"/>
              <a:t>Detail-Oriented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891561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p14:dur="250" advTm="1000">
        <p15:prstTrans prst="drape"/>
      </p:transition>
    </mc:Choice>
    <mc:Fallback>
      <p:transition advTm="100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A4C75-A3C4-BFEF-6AB4-49D8DA177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b="1" dirty="0"/>
              <a:t>I love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66BD2E-6414-1814-7D4B-AD0D644C59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love music.</a:t>
            </a:r>
          </a:p>
          <a:p>
            <a:r>
              <a:rPr lang="en-US" dirty="0"/>
              <a:t>I love fun.</a:t>
            </a:r>
          </a:p>
          <a:p>
            <a:r>
              <a:rPr lang="en-US" dirty="0"/>
              <a:t>I love dance.</a:t>
            </a:r>
          </a:p>
          <a:p>
            <a:r>
              <a:rPr lang="en-US" dirty="0"/>
              <a:t>I love eat sweet.</a:t>
            </a:r>
          </a:p>
          <a:p>
            <a:r>
              <a:rPr lang="en-US" dirty="0"/>
              <a:t>I love helping people.</a:t>
            </a:r>
          </a:p>
          <a:p>
            <a:r>
              <a:rPr lang="en-US" dirty="0"/>
              <a:t>I love travelling.</a:t>
            </a:r>
          </a:p>
          <a:p>
            <a:r>
              <a:rPr lang="en-US" dirty="0"/>
              <a:t>I love learning new skills.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879297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p14:dur="250" advTm="1000">
        <p15:prstTrans prst="drape"/>
      </p:transition>
    </mc:Choice>
    <mc:Fallback>
      <p:transition advTm="100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085AD-8F84-CCEA-1D7A-30146A759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b="1" dirty="0"/>
              <a:t>I Hate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43DD7-A871-7148-7C2E-D9EE73DAEF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hate rude behavior.</a:t>
            </a:r>
          </a:p>
          <a:p>
            <a:r>
              <a:rPr lang="en-US" dirty="0"/>
              <a:t>I hate unnecessary arguments.</a:t>
            </a:r>
          </a:p>
          <a:p>
            <a:r>
              <a:rPr lang="en-US" dirty="0"/>
              <a:t>I hate messy place.</a:t>
            </a:r>
          </a:p>
          <a:p>
            <a:r>
              <a:rPr lang="en-US" dirty="0"/>
              <a:t>I hate incomplete work.</a:t>
            </a:r>
          </a:p>
          <a:p>
            <a:r>
              <a:rPr lang="en-US" dirty="0"/>
              <a:t>I hate fake people.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8093654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p14:dur="250" advTm="1000">
        <p15:prstTrans prst="drape"/>
      </p:transition>
    </mc:Choice>
    <mc:Fallback>
      <p:transition advTm="100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5D4BD-C677-E5A4-1952-5165964E4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154745"/>
            <a:ext cx="8911687" cy="792033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b="1" dirty="0"/>
              <a:t>Swot Analysis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CC5354-3342-4E16-0652-CDABE219C8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2925" y="946778"/>
            <a:ext cx="8915400" cy="5911222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b="1" dirty="0"/>
              <a:t>Strengths</a:t>
            </a:r>
          </a:p>
          <a:p>
            <a:r>
              <a:rPr lang="en-US" sz="1200" dirty="0"/>
              <a:t>Quick learner</a:t>
            </a:r>
          </a:p>
          <a:p>
            <a:r>
              <a:rPr lang="en-US" sz="1200" dirty="0"/>
              <a:t>Problem solving</a:t>
            </a:r>
          </a:p>
          <a:p>
            <a:r>
              <a:rPr lang="en-US" sz="1200" dirty="0"/>
              <a:t>Creativity</a:t>
            </a:r>
          </a:p>
          <a:p>
            <a:endParaRPr lang="en-US" sz="1200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b="1" dirty="0"/>
              <a:t>Weakness</a:t>
            </a:r>
          </a:p>
          <a:p>
            <a:r>
              <a:rPr lang="en-US" sz="1200" dirty="0"/>
              <a:t>Overthinking</a:t>
            </a:r>
          </a:p>
          <a:p>
            <a:r>
              <a:rPr lang="en-US" sz="1200" dirty="0"/>
              <a:t>Perfectionist nature</a:t>
            </a:r>
          </a:p>
          <a:p>
            <a:r>
              <a:rPr lang="en-US" sz="1200" dirty="0"/>
              <a:t>Time management issue</a:t>
            </a:r>
          </a:p>
          <a:p>
            <a:endParaRPr lang="en-IN" dirty="0"/>
          </a:p>
          <a:p>
            <a:pPr>
              <a:buFont typeface="Wingdings" panose="05000000000000000000" pitchFamily="2" charset="2"/>
              <a:buChar char="ü"/>
            </a:pPr>
            <a:r>
              <a:rPr lang="en-IN" b="1" dirty="0"/>
              <a:t>Opportunities</a:t>
            </a:r>
          </a:p>
          <a:p>
            <a:r>
              <a:rPr lang="en-IN" sz="1200" dirty="0"/>
              <a:t>Growing IT field</a:t>
            </a:r>
          </a:p>
          <a:p>
            <a:r>
              <a:rPr lang="en-IN" sz="1200" dirty="0"/>
              <a:t>New skills learning</a:t>
            </a:r>
          </a:p>
          <a:p>
            <a:r>
              <a:rPr lang="en-IN" sz="1200" dirty="0"/>
              <a:t>Internship opportunities</a:t>
            </a:r>
          </a:p>
          <a:p>
            <a:endParaRPr lang="en-IN" sz="1200" dirty="0"/>
          </a:p>
          <a:p>
            <a:pPr>
              <a:buFont typeface="Wingdings" panose="05000000000000000000" pitchFamily="2" charset="2"/>
              <a:buChar char="ü"/>
            </a:pPr>
            <a:r>
              <a:rPr lang="en-IN" b="1" dirty="0"/>
              <a:t>Threats</a:t>
            </a:r>
          </a:p>
          <a:p>
            <a:r>
              <a:rPr lang="en-IN" sz="1200" dirty="0"/>
              <a:t>High competition</a:t>
            </a:r>
          </a:p>
          <a:p>
            <a:r>
              <a:rPr lang="en-IN" sz="1200" dirty="0"/>
              <a:t>Fast changing technology</a:t>
            </a:r>
          </a:p>
        </p:txBody>
      </p:sp>
    </p:spTree>
    <p:extLst>
      <p:ext uri="{BB962C8B-B14F-4D97-AF65-F5344CB8AC3E}">
        <p14:creationId xmlns:p14="http://schemas.microsoft.com/office/powerpoint/2010/main" val="74105420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p14:dur="250" advTm="1000">
        <p15:prstTrans prst="drape"/>
      </p:transition>
    </mc:Choice>
    <mc:Fallback>
      <p:transition advTm="100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B3E26-3AA6-A30F-EB01-F9F7549E8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b="1" dirty="0"/>
              <a:t>My Belief System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620227-F2D3-49A4-230C-C81CA5E983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believe In hard work.</a:t>
            </a:r>
          </a:p>
          <a:p>
            <a:r>
              <a:rPr lang="en-US" dirty="0"/>
              <a:t>I believe in honesty.</a:t>
            </a:r>
          </a:p>
          <a:p>
            <a:r>
              <a:rPr lang="en-US" dirty="0"/>
              <a:t>I believe in respecting others.</a:t>
            </a:r>
          </a:p>
          <a:p>
            <a:r>
              <a:rPr lang="en-US" dirty="0"/>
              <a:t>I believe in learning every day. 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3525222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p14:dur="250" advTm="1000">
        <p15:prstTrans prst="drape"/>
      </p:transition>
    </mc:Choice>
    <mc:Fallback>
      <p:transition advTm="100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2BC1C-76BB-890B-D864-498E09AAE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b="1" dirty="0"/>
              <a:t>Purpose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BDCD1B-1ABB-B0BF-F74D-7C2076C310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improve myself every day.</a:t>
            </a:r>
          </a:p>
          <a:p>
            <a:r>
              <a:rPr lang="en-US" dirty="0"/>
              <a:t>To become a skilled frontend developer.</a:t>
            </a:r>
          </a:p>
          <a:p>
            <a:r>
              <a:rPr lang="en-US" dirty="0"/>
              <a:t>To work in a good IT company.</a:t>
            </a:r>
          </a:p>
          <a:p>
            <a:r>
              <a:rPr lang="en-US" dirty="0"/>
              <a:t>To become financially independent.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68160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p14:dur="250" advTm="1000">
        <p15:prstTrans prst="drape"/>
      </p:transition>
    </mc:Choice>
    <mc:Fallback>
      <p:transition advTm="100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7BF87-A99B-4748-0C68-8942F5098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4985" y="2514600"/>
            <a:ext cx="8042030" cy="1828800"/>
          </a:xfrm>
        </p:spPr>
        <p:txBody>
          <a:bodyPr>
            <a:noAutofit/>
          </a:bodyPr>
          <a:lstStyle/>
          <a:p>
            <a:r>
              <a:rPr lang="en-US" sz="11500" dirty="0">
                <a:solidFill>
                  <a:schemeClr val="accent1">
                    <a:lumMod val="75000"/>
                  </a:schemeClr>
                </a:solidFill>
                <a:latin typeface="Algerian" panose="04020705040A02060702" pitchFamily="82" charset="0"/>
              </a:rPr>
              <a:t>Thank You </a:t>
            </a:r>
            <a:endParaRPr lang="en-IN" sz="11500" dirty="0">
              <a:solidFill>
                <a:schemeClr val="accent1">
                  <a:lumMod val="75000"/>
                </a:schemeClr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036699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p14:dur="250" advTm="2000">
        <p15:prstTrans prst="fallOver"/>
      </p:transition>
    </mc:Choice>
    <mc:Fallback>
      <p:transition advTm="2000">
        <p:fade/>
      </p:transition>
    </mc:Fallback>
  </mc:AlternateContent>
</p:sld>
</file>

<file path=ppt/theme/theme1.xml><?xml version="1.0" encoding="utf-8"?>
<a:theme xmlns:a="http://schemas.openxmlformats.org/drawingml/2006/main" name="Wisp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165</TotalTime>
  <Words>178</Words>
  <Application>Microsoft Office PowerPoint</Application>
  <PresentationFormat>Widescreen</PresentationFormat>
  <Paragraphs>60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Arial Unicode MS</vt:lpstr>
      <vt:lpstr>Algerian</vt:lpstr>
      <vt:lpstr>Aptos</vt:lpstr>
      <vt:lpstr>Arial</vt:lpstr>
      <vt:lpstr>Century Gothic</vt:lpstr>
      <vt:lpstr>Wingdings</vt:lpstr>
      <vt:lpstr>Wingdings 3</vt:lpstr>
      <vt:lpstr>Wisp</vt:lpstr>
      <vt:lpstr> My Salf  - Presented by Kajal Panchal</vt:lpstr>
      <vt:lpstr>Overview</vt:lpstr>
      <vt:lpstr>Adjective   </vt:lpstr>
      <vt:lpstr>I love</vt:lpstr>
      <vt:lpstr>I Hate</vt:lpstr>
      <vt:lpstr>Swot Analysis</vt:lpstr>
      <vt:lpstr>My Belief System</vt:lpstr>
      <vt:lpstr>Purpose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Master-30</dc:creator>
  <cp:lastModifiedBy>Master-30</cp:lastModifiedBy>
  <cp:revision>2</cp:revision>
  <dcterms:created xsi:type="dcterms:W3CDTF">2025-11-25T15:52:32Z</dcterms:created>
  <dcterms:modified xsi:type="dcterms:W3CDTF">2025-11-25T18:37:53Z</dcterms:modified>
</cp:coreProperties>
</file>